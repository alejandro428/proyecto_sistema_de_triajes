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casos</c:v>
                </c:pt>
              </c:strCache>
            </c:strRef>
          </c:tx>
          <c:spPr>
            <a:solidFill>
              <a:srgbClr val="EF4444">
                <a:alpha val="9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6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C1 · Emergencia</c:v>
                  </c:pt>
                  <c:pt idx="1">
                    <c:v>C2 · Muy urgente</c:v>
                  </c:pt>
                  <c:pt idx="2">
                    <c:v>C3 · Urgente</c:v>
                  </c:pt>
                  <c:pt idx="3">
                    <c:v>C4 · Menos urgente</c:v>
                  </c:pt>
                  <c:pt idx="4">
                    <c:v>C5 · No urgente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25.6</c:v>
                </c:pt>
                <c:pt idx="2">
                  <c:v>44.1</c:v>
                </c:pt>
                <c:pt idx="3">
                  <c:v>22.2</c:v>
                </c:pt>
                <c:pt idx="4">
                  <c:v>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MAYO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triaje clínico automatizado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 →  IA  →  Clasificación Manchester (C1 – C5)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77924" y="42062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7924" y="420624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medium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76956" y="4206240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6956" y="4206240"/>
            <a:ext cx="667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54196" y="420624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4196" y="4206240"/>
            <a:ext cx="745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420624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206240"/>
            <a:ext cx="9006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9572" y="4206240"/>
            <a:ext cx="5897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9572" y="4206240"/>
            <a:ext cx="589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19088" y="420624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 independientes que comparten datos vía MinIO y Postgres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5544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554480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6294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Airflow + LLM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Obtención de datos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" y="3108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DAGs orquestados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entrevistas OSCE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medium etiqueta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Ground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8980" y="15544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554480"/>
            <a:ext cx="26060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9758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Orange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758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clínico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7580" y="3108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descartado (0 casos)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 comparados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Logistic · NaiveBayes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ganador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3620" y="155448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3620" y="155448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222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3222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API + Streamlit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3222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en vivo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32220" y="3108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extrae entidades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 predice C1-C5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en BD + Grafana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22092" y="2834640"/>
            <a:ext cx="265176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3241548" y="276148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6732" y="2834640"/>
            <a:ext cx="265176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6076188" y="276148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Obtención y etiquetado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DAGs de Airflow que parten del dataset Fareez et al. (272 entrevistas OSCE)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1 · Ingesta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archivos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404872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651760" y="2331720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011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011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+ estructurado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404872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5486400" y="2331720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011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conversaciones.csv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 · texto · turnos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2 · Enriquecimiento con LLM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685032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2651760" y="3611880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2918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medium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685032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5486400" y="3611880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3291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dataset_entrenamiento.csv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n_síntomas · categoría · ansiedad · etiqueta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Almacenamiento: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</a:t>
            </a:r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entrenamiento/{texto, enriquecidos, datasets}  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</a:t>
            </a:r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tabla entrevista (timestamps por fase)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Data Lake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MinIO (S3-compatible) · 2 buckets organizados por fase del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1148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entrenamiento 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Batch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texto/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RES0001.txt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</a:t>
            </a:r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(270 archivos)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enriquecidos/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RES0001.json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</a:t>
            </a:r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(270 archivos)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datasets/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conversaciones.csv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dataset_entrenamiento.csv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9164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predicciones 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En vivo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PAC20260521145304/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audio.mp3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transcripcion.txt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dataset.json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PAC20260521150420/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audio.wav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transcripcion.txt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dataset.json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(1 carpeta por triaje)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 </a:t>
            </a:r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carpeta por triaje · cada caso es auto-contenido · trazable por GUID desde la primera consulta a la BD.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Manchester generadas por Mistral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los 270 casos del Ground Truth (dataset_entrenamiento.csv)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55448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enriquecidos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935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86600" y="2935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2935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26440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3227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3227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3227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557016"/>
            <a:ext cx="164592" cy="164592"/>
          </a:xfrm>
          <a:prstGeom prst="rect">
            <a:avLst/>
          </a:prstGeom>
          <a:solidFill>
            <a:srgbClr val="C56C00"/>
          </a:solidFill>
          <a:ln w="12700">
            <a:solidFill>
              <a:srgbClr val="C56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8660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3849624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3813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86600" y="3813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3840" y="38130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414223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105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86600" y="4105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0" y="4105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 </a:t>
            </a:r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se descarta del entrenamiento (0 ejemplos · clase no aprendible) · el modelo aprende sobre las 4 clases reales del dataset.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clínico en Orange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3 algoritmos sobre el dataset enriquecido y comparamos su rendimiento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496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984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dataset_entrenamiento.csv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filas · 5 cols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2331720"/>
            <a:ext cx="10972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139696" y="225856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1984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C1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67128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vacía (0 ej.)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2331720"/>
            <a:ext cx="10972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3767328" y="225856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984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binarias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0952" y="2331720"/>
            <a:ext cx="10972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5394960" y="225856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2392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1984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22392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Logistic · NB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58584" y="2331720"/>
            <a:ext cx="10972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7022592" y="225856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0024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0024" y="1984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.pkcls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0024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descartamos C1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no clasificó ningún caso del dataset Fareez como C1 (Emergencia).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Una clase con 0 ejemplos no aporta nada al modelo. La eliminamos del set de etiquetas; en producción el modelo nunca predecirá C1, asumido como limitación del dataset.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2004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20040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emocional (under-triage)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paciente con ansiedad puede minimizar síntomas reales.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score_ansiedad llega como feature desde Fase 1 (lo genera Mistral). El modelo lo usa como variable más, ponderando casos donde el pánico encubre gravedad.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5-fold sobre el dataset enriquecido — métricas reportadas por Orange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94360"/>
                <a:gridCol w="594360"/>
                <a:gridCol w="594360"/>
                <a:gridCol w="640080"/>
                <a:gridCol w="685800"/>
                <a:gridCol w="640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69164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4652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4465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· validación cruzada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en todas las métricas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el frontend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06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separación entre clases (1 = perfecto)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4600" y="4206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accuracy global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0" y="4206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balance precision / recall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29400" y="4206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correlación robusta ante desbalance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en vivo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→ FastAPI orquesta Whisper + Mistral + Modelo ML; auditoría persistente en Postgres + MinIO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5780" y="16916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1490472"/>
            <a:ext cx="411480" cy="411480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578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34540" y="2286000"/>
            <a:ext cx="1371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125980" y="221284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1700" y="16916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0340" y="1490472"/>
            <a:ext cx="411480" cy="41148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034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7170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170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80460" y="2286000"/>
            <a:ext cx="1371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3771900" y="221284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7620" y="16916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6260" y="1490472"/>
            <a:ext cx="411480" cy="4114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626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1762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medium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1762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+ ansiedad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26380" y="2286000"/>
            <a:ext cx="1371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5417820" y="221284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3540" y="16916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12180" y="1490472"/>
            <a:ext cx="411480" cy="4114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21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354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354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.pkcls predice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72300" y="2286000"/>
            <a:ext cx="1371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7063740" y="2212848"/>
            <a:ext cx="164592" cy="146304"/>
          </a:xfrm>
          <a:prstGeom prst="r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9460" y="16916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58100" y="1490472"/>
            <a:ext cx="411480" cy="41148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810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946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– C5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09460" y="24963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observabilidad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por triaje: GUID, modelo, timestamps, estado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2326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186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45186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predicciones/{guid}/audio · transcripcion · dataset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1792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tiempos por fase en tiempo real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herramienta cubre una capa concreta del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" y="13716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37160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" y="1810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 los DAGs (Fase 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3260" y="13716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3260" y="137160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1860" y="1810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cloud — etiquetado clínico + entidades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12180" y="137160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2180" y="1371600"/>
            <a:ext cx="7315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0780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0780" y="1810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de audio en español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" y="2423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" y="242316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" y="2542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" y="2862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del clasificador 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3260" y="2423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3260" y="2423160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1860" y="2542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51860" y="2862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Fase 3 — endpoints /transcribir, /predecir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12180" y="2423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2180" y="242316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0780" y="2542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0780" y="2862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clínico con historial y KPIs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" y="34747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" y="3474720"/>
            <a:ext cx="7315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" y="3913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auditoría (entrevista)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23260" y="34747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23260" y="347472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186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51860" y="3913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compatible S3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12180" y="34747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12180" y="347472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078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40780" y="39136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operativas en tiempo real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localhost:3000  ·  localhost:9001  ·  localhost:8080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TriageIA — Defensa del proyecto</dc:title>
  <dc:subject>PptxGenJS Presentation</dc:subject>
  <dc:creator>TriageIA</dc:creator>
  <cp:lastModifiedBy>TriageIA</cp:lastModifiedBy>
  <cp:revision>1</cp:revision>
  <dcterms:created xsi:type="dcterms:W3CDTF">2026-05-26T14:30:20Z</dcterms:created>
  <dcterms:modified xsi:type="dcterms:W3CDTF">2026-05-26T14:30:20Z</dcterms:modified>
</cp:coreProperties>
</file>